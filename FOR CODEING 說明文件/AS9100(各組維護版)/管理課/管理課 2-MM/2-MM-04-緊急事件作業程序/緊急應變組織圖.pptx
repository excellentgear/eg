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TW" altLang="en-US" smtClean="0"/>
              <a:t>廠內意外事故通報系統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FB966-5A7F-4285-8968-3D47BED4808F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CAC3C-425D-4D17-B3EB-2FF8B03F08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555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TW" altLang="en-US" smtClean="0"/>
              <a:t>廠內意外事故通報系統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3B1FB-D314-4537-8F7B-8762C45FEE72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6E87F-10A0-4ADE-B6D2-FC489EC515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76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6E87F-10A0-4ADE-B6D2-FC489EC5152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72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06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45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33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11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59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09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92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25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28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80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429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BBA01-4526-4E09-A5B0-5ED94307C137}" type="datetimeFigureOut">
              <a:rPr lang="zh-TW" altLang="en-US" smtClean="0"/>
              <a:t>2018/6/25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4BE6-2A03-412D-AEC4-0EFD0C6578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94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058697" y="1519078"/>
            <a:ext cx="1578077" cy="604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應變總指揮官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58697" y="2600633"/>
            <a:ext cx="1578077" cy="604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協調副指揮官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689015" y="3394062"/>
            <a:ext cx="1578077" cy="604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安環單位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16099" y="3394062"/>
            <a:ext cx="1578077" cy="604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公關組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626200" y="5073446"/>
            <a:ext cx="452285" cy="155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通報組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75154" y="5073446"/>
            <a:ext cx="452285" cy="155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救護組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777246" y="5073446"/>
            <a:ext cx="452285" cy="155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管制組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324108" y="5073446"/>
            <a:ext cx="452285" cy="155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搶救組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926754" y="5073446"/>
            <a:ext cx="452285" cy="155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後勤組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肘形接點 23"/>
          <p:cNvCxnSpPr>
            <a:stCxn id="43" idx="2"/>
            <a:endCxn id="55" idx="0"/>
          </p:cNvCxnSpPr>
          <p:nvPr/>
        </p:nvCxnSpPr>
        <p:spPr>
          <a:xfrm rot="5400000">
            <a:off x="4066253" y="3291962"/>
            <a:ext cx="1868129" cy="169483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接點 61"/>
          <p:cNvCxnSpPr>
            <a:stCxn id="43" idx="2"/>
            <a:endCxn id="52" idx="0"/>
          </p:cNvCxnSpPr>
          <p:nvPr/>
        </p:nvCxnSpPr>
        <p:spPr>
          <a:xfrm rot="5400000">
            <a:off x="4491499" y="3717208"/>
            <a:ext cx="1868129" cy="84434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肘形接點 62"/>
          <p:cNvCxnSpPr>
            <a:stCxn id="43" idx="2"/>
            <a:endCxn id="48" idx="0"/>
          </p:cNvCxnSpPr>
          <p:nvPr/>
        </p:nvCxnSpPr>
        <p:spPr>
          <a:xfrm rot="16200000" flipH="1">
            <a:off x="4915975" y="4137077"/>
            <a:ext cx="1868129" cy="460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/>
          <p:cNvCxnSpPr>
            <a:stCxn id="43" idx="2"/>
            <a:endCxn id="49" idx="0"/>
          </p:cNvCxnSpPr>
          <p:nvPr/>
        </p:nvCxnSpPr>
        <p:spPr>
          <a:xfrm rot="16200000" flipH="1">
            <a:off x="5340452" y="3712600"/>
            <a:ext cx="1868129" cy="85356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肘形接點 64"/>
          <p:cNvCxnSpPr>
            <a:stCxn id="43" idx="2"/>
            <a:endCxn id="54" idx="0"/>
          </p:cNvCxnSpPr>
          <p:nvPr/>
        </p:nvCxnSpPr>
        <p:spPr>
          <a:xfrm rot="16200000" flipH="1">
            <a:off x="5764929" y="3288123"/>
            <a:ext cx="1868129" cy="170251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接點 66"/>
          <p:cNvCxnSpPr>
            <a:stCxn id="43" idx="2"/>
            <a:endCxn id="46" idx="3"/>
          </p:cNvCxnSpPr>
          <p:nvPr/>
        </p:nvCxnSpPr>
        <p:spPr>
          <a:xfrm rot="5400000">
            <a:off x="5175413" y="3024080"/>
            <a:ext cx="491087" cy="85356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接點 69"/>
          <p:cNvCxnSpPr>
            <a:stCxn id="43" idx="2"/>
            <a:endCxn id="45" idx="1"/>
          </p:cNvCxnSpPr>
          <p:nvPr/>
        </p:nvCxnSpPr>
        <p:spPr>
          <a:xfrm rot="16200000" flipH="1">
            <a:off x="6022832" y="3030220"/>
            <a:ext cx="491087" cy="84127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19" idx="2"/>
            <a:endCxn id="43" idx="0"/>
          </p:cNvCxnSpPr>
          <p:nvPr/>
        </p:nvCxnSpPr>
        <p:spPr>
          <a:xfrm>
            <a:off x="5847736" y="2123762"/>
            <a:ext cx="0" cy="476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4498647" y="57745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緊急應變組織圖</a:t>
            </a:r>
          </a:p>
        </p:txBody>
      </p:sp>
    </p:spTree>
    <p:extLst>
      <p:ext uri="{BB962C8B-B14F-4D97-AF65-F5344CB8AC3E}">
        <p14:creationId xmlns:p14="http://schemas.microsoft.com/office/powerpoint/2010/main" val="345566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26</Words>
  <Application>Microsoft Office PowerPoint</Application>
  <PresentationFormat>寬螢幕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盧俊權</dc:creator>
  <cp:lastModifiedBy>盧俊權</cp:lastModifiedBy>
  <cp:revision>14</cp:revision>
  <dcterms:created xsi:type="dcterms:W3CDTF">2018-06-01T02:01:51Z</dcterms:created>
  <dcterms:modified xsi:type="dcterms:W3CDTF">2018-06-25T00:39:32Z</dcterms:modified>
</cp:coreProperties>
</file>